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atrick Hand" panose="00000500000000000000" pitchFamily="2" charset="0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56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673668"/>
            <a:ext cx="7381637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고령층을 위한 병원 정보 제공 플랫폼</a:t>
            </a:r>
            <a:endParaRPr lang="en-US" sz="3600" b="1" dirty="0"/>
          </a:p>
        </p:txBody>
      </p:sp>
      <p:sp>
        <p:nvSpPr>
          <p:cNvPr id="4" name="Text 1"/>
          <p:cNvSpPr/>
          <p:nvPr/>
        </p:nvSpPr>
        <p:spPr>
          <a:xfrm>
            <a:off x="864037" y="3661053"/>
            <a:ext cx="7677290" cy="268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평균 25살 대학생 팀이 개발하는 노년층을 </a:t>
            </a:r>
            <a:r>
              <a:rPr lang="en-US" sz="19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위한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실용적인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병원 </a:t>
            </a:r>
            <a:r>
              <a:rPr lang="en-US" sz="19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정보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  <a:r>
              <a:rPr lang="ko-KR" alt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제공 앱</a:t>
            </a:r>
            <a:r>
              <a:rPr lang="en-US" sz="19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입니다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1900" dirty="0">
              <a:solidFill>
                <a:srgbClr val="383838"/>
              </a:solidFill>
              <a:latin typeface="Patrick Hand" pitchFamily="34" charset="0"/>
              <a:ea typeface="Patrick Hand" pitchFamily="34" charset="-122"/>
              <a:cs typeface="Patrick Hand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디지털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환경에 익숙하지 않은 </a:t>
            </a:r>
            <a:r>
              <a:rPr lang="en-US" sz="19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노년층도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쉽게</a:t>
            </a: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사용할 수 있는 앱을 만들고자 합니다.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5142309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647587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개발 배경 및 지원 동기</a:t>
            </a:r>
            <a:endParaRPr lang="en-US" sz="3850" b="1" dirty="0"/>
          </a:p>
        </p:txBody>
      </p:sp>
      <p:sp>
        <p:nvSpPr>
          <p:cNvPr id="4" name="Shape 1"/>
          <p:cNvSpPr/>
          <p:nvPr/>
        </p:nvSpPr>
        <p:spPr>
          <a:xfrm>
            <a:off x="864037" y="263497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577" y="2727484"/>
            <a:ext cx="296228" cy="3702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6280" y="271974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고령화 사회</a:t>
            </a:r>
            <a:endParaRPr lang="en-US" sz="1900" b="1" dirty="0"/>
          </a:p>
        </p:txBody>
      </p:sp>
      <p:sp>
        <p:nvSpPr>
          <p:cNvPr id="7" name="Text 3"/>
          <p:cNvSpPr/>
          <p:nvPr/>
        </p:nvSpPr>
        <p:spPr>
          <a:xfrm>
            <a:off x="1666280" y="3176468"/>
            <a:ext cx="2998231" cy="2010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ko-KR" altLang="en-US" sz="2000" dirty="0"/>
              <a:t>우리 사회는 빠르게 고령화되고 있습니다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노인 인구 증가로 의료 서비스에 대한 수요도 함께 늘어나고 있습니다</a:t>
            </a:r>
            <a:r>
              <a:rPr lang="en-US" altLang="ko-KR" sz="2000" dirty="0"/>
              <a:t>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4726305" y="2634972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845" y="2727484"/>
            <a:ext cx="296228" cy="3702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28548" y="271974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제한된 병원 이용</a:t>
            </a:r>
            <a:endParaRPr lang="en-US" sz="1900" b="1" dirty="0"/>
          </a:p>
        </p:txBody>
      </p:sp>
      <p:sp>
        <p:nvSpPr>
          <p:cNvPr id="11" name="Text 6"/>
          <p:cNvSpPr/>
          <p:nvPr/>
        </p:nvSpPr>
        <p:spPr>
          <a:xfrm>
            <a:off x="5528548" y="3176468"/>
            <a:ext cx="2751415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ko-KR" altLang="en-US" sz="2000" dirty="0"/>
              <a:t>노년층은 가까운 병원만 반복적으로 이용하는 경우가 많습니다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그로 인해 의료 서비스 접근성이 부족한 상황입니다</a:t>
            </a:r>
            <a:r>
              <a:rPr lang="en-US" altLang="ko-KR" sz="2000" dirty="0"/>
              <a:t>.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864036" y="5474136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576" y="5566648"/>
            <a:ext cx="296228" cy="3702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66279" y="555890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응급 상황 대처 어려움</a:t>
            </a:r>
            <a:endParaRPr lang="en-US" sz="1900" b="1" dirty="0"/>
          </a:p>
        </p:txBody>
      </p:sp>
      <p:sp>
        <p:nvSpPr>
          <p:cNvPr id="15" name="Text 9"/>
          <p:cNvSpPr/>
          <p:nvPr/>
        </p:nvSpPr>
        <p:spPr>
          <a:xfrm>
            <a:off x="1666279" y="6015632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ko-KR" altLang="en-US" sz="2000" dirty="0"/>
              <a:t>응급 상황 시 필요한 정보를 제때 얻기 어려워</a:t>
            </a:r>
            <a:r>
              <a:rPr lang="en-US" altLang="ko-KR" sz="2000" dirty="0"/>
              <a:t>,</a:t>
            </a:r>
            <a:br>
              <a:rPr lang="en-US" altLang="ko-KR" sz="2000" dirty="0"/>
            </a:br>
            <a:r>
              <a:rPr lang="ko-KR" altLang="en-US" sz="2000" dirty="0" err="1"/>
              <a:t>골든타임을</a:t>
            </a:r>
            <a:r>
              <a:rPr lang="ko-KR" altLang="en-US" sz="2000" dirty="0"/>
              <a:t> 놓치는 경우가 많습니다</a:t>
            </a:r>
            <a:r>
              <a:rPr lang="en-US" altLang="ko-KR" sz="2000" dirty="0"/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95787" y="635913"/>
            <a:ext cx="4625102" cy="578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아이디어 개요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787" y="1560909"/>
            <a:ext cx="1156216" cy="16299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98832" y="1792129"/>
            <a:ext cx="2312551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간편한 UI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798832" y="2219801"/>
            <a:ext cx="6022181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크고 단순한 아이콘과 텍스트로 구성합니다. 메뉴를 최소화합니다.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787" y="3190875"/>
            <a:ext cx="1156216" cy="16299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98832" y="3422094"/>
            <a:ext cx="2312551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음성 안내(TTS)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798832" y="3849767"/>
            <a:ext cx="6022181" cy="7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화면 내용을 텍스트-음성으로 변환합니다. 청각 정보를 제공합니다.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787" y="4820841"/>
            <a:ext cx="1156216" cy="13874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98832" y="5052060"/>
            <a:ext cx="2312551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위치 기반 서비스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798832" y="5479733"/>
            <a:ext cx="6022181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현위치 기반 병원 검색 및 길찾기를 제공합니다.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787" y="6208276"/>
            <a:ext cx="1156216" cy="13874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98832" y="6439495"/>
            <a:ext cx="2312551" cy="28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응급실 정보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7798832" y="6867168"/>
            <a:ext cx="6022181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실시간 응급실 병상 정보를 제공합니다.</a:t>
            </a:r>
            <a:endParaRPr lang="en-US" sz="1800" dirty="0"/>
          </a:p>
        </p:txBody>
      </p:sp>
      <p:pic>
        <p:nvPicPr>
          <p:cNvPr id="18" name="그림 17" descr="스케치, 인간의 얼굴, 그림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103A445-A9EA-DFF8-B7E0-7328D50616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427" y="519708"/>
            <a:ext cx="5167945" cy="6972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0423" y="809863"/>
            <a:ext cx="4308872" cy="538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주요 기능 및 서비스</a:t>
            </a:r>
            <a:endParaRPr lang="en-US" sz="3350" b="1" dirty="0"/>
          </a:p>
        </p:txBody>
      </p:sp>
      <p:sp>
        <p:nvSpPr>
          <p:cNvPr id="4" name="Shape 1"/>
          <p:cNvSpPr/>
          <p:nvPr/>
        </p:nvSpPr>
        <p:spPr>
          <a:xfrm>
            <a:off x="6240423" y="1671518"/>
            <a:ext cx="7635954" cy="1189315"/>
          </a:xfrm>
          <a:prstGeom prst="roundRect">
            <a:avLst>
              <a:gd name="adj" fmla="val 760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6463427" y="1894523"/>
            <a:ext cx="2154436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직관적 UI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463427" y="2293025"/>
            <a:ext cx="718994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크고 단순한 아이콘과 텍스트로 구성합니다. 메뉴를 최소화하여 사용이 쉽습니다.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40423" y="3076218"/>
            <a:ext cx="7635954" cy="1534120"/>
          </a:xfrm>
          <a:prstGeom prst="roundRect">
            <a:avLst>
              <a:gd name="adj" fmla="val 589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63427" y="3299222"/>
            <a:ext cx="2154436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TTS 음성 안내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463427" y="3697724"/>
            <a:ext cx="7189946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화면 내용을 텍스트-음성으로 변환합니다. 시각 정보가 어려운 사용자를 위한 청각 정보를 제공합니다.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40423" y="4825722"/>
            <a:ext cx="7635954" cy="1189315"/>
          </a:xfrm>
          <a:prstGeom prst="roundRect">
            <a:avLst>
              <a:gd name="adj" fmla="val 760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63427" y="5048726"/>
            <a:ext cx="2154436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현위치 기반 병원 검색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463427" y="5447228"/>
            <a:ext cx="718994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위치 기반으로 가까운 병원을 자동 추천합니다. 지도로 위치를 표시합니다.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40423" y="6230422"/>
            <a:ext cx="7635954" cy="1189315"/>
          </a:xfrm>
          <a:prstGeom prst="roundRect">
            <a:avLst>
              <a:gd name="adj" fmla="val 760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63427" y="6453426"/>
            <a:ext cx="2154436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쉬운 검색 기능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463427" y="6851928"/>
            <a:ext cx="718994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복잡한 의료 용어 없이도 검색이 가능합니다. 키워드를 단순화했습니다.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76049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기대 효과</a:t>
            </a:r>
            <a:endParaRPr lang="en-US" sz="385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245" y="1886903"/>
            <a:ext cx="1596628" cy="134540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847" y="2507337"/>
            <a:ext cx="347186" cy="4339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34689" y="2133719"/>
            <a:ext cx="24978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지역 사회 건강 복지 기여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134689" y="2590443"/>
            <a:ext cx="430744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의료 서비스 격차 해소, 건강 관리 수준 향상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4949547" y="3247906"/>
            <a:ext cx="8755142" cy="15240"/>
          </a:xfrm>
          <a:prstGeom prst="roundRect">
            <a:avLst>
              <a:gd name="adj" fmla="val 68040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931" y="3293983"/>
            <a:ext cx="3193256" cy="134540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966" y="3749635"/>
            <a:ext cx="347186" cy="43398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933003" y="3540800"/>
            <a:ext cx="368998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디지털 소외 계층의 정보 접근성 개선</a:t>
            </a: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5933003" y="3997523"/>
            <a:ext cx="598360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UI 단순화 + TTS 기능으로 비문해/고령 사용자도 손쉬운 사용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5747861" y="4654987"/>
            <a:ext cx="7956828" cy="15240"/>
          </a:xfrm>
          <a:prstGeom prst="roundRect">
            <a:avLst>
              <a:gd name="adj" fmla="val 68040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4617" y="4701064"/>
            <a:ext cx="4789884" cy="134540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5966" y="5156716"/>
            <a:ext cx="347186" cy="43398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31318" y="4947880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응급 상황 대응 향상</a:t>
            </a:r>
            <a:endParaRPr lang="en-US" sz="1900" dirty="0"/>
          </a:p>
        </p:txBody>
      </p:sp>
      <p:sp>
        <p:nvSpPr>
          <p:cNvPr id="16" name="Text 8"/>
          <p:cNvSpPr/>
          <p:nvPr/>
        </p:nvSpPr>
        <p:spPr>
          <a:xfrm>
            <a:off x="6731318" y="5404604"/>
            <a:ext cx="414408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실시간 응급실 병상 정보로 골든타임 확보</a:t>
            </a:r>
            <a:endParaRPr lang="en-US" sz="1900" dirty="0"/>
          </a:p>
        </p:txBody>
      </p:sp>
      <p:sp>
        <p:nvSpPr>
          <p:cNvPr id="17" name="Shape 9"/>
          <p:cNvSpPr/>
          <p:nvPr/>
        </p:nvSpPr>
        <p:spPr>
          <a:xfrm>
            <a:off x="6546175" y="6062067"/>
            <a:ext cx="7158514" cy="15240"/>
          </a:xfrm>
          <a:prstGeom prst="roundRect">
            <a:avLst>
              <a:gd name="adj" fmla="val 680400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83" y="6108144"/>
            <a:ext cx="6386632" cy="1345406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5847" y="6563797"/>
            <a:ext cx="347186" cy="433983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29632" y="6354961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병원 선택 다양성 확보</a:t>
            </a:r>
            <a:endParaRPr lang="en-US" sz="1900" dirty="0"/>
          </a:p>
        </p:txBody>
      </p:sp>
      <p:sp>
        <p:nvSpPr>
          <p:cNvPr id="21" name="Text 11"/>
          <p:cNvSpPr/>
          <p:nvPr/>
        </p:nvSpPr>
        <p:spPr>
          <a:xfrm>
            <a:off x="7529632" y="6811685"/>
            <a:ext cx="572666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반복적 병원 이용에서 벗어나, 다양한 병원 정보 탐색 가능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502682"/>
            <a:ext cx="3656052" cy="45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개발 일정 및 목표</a:t>
            </a:r>
            <a:endParaRPr lang="en-US" sz="2850" b="1" dirty="0"/>
          </a:p>
        </p:txBody>
      </p:sp>
      <p:sp>
        <p:nvSpPr>
          <p:cNvPr id="3" name="Shape 1"/>
          <p:cNvSpPr/>
          <p:nvPr/>
        </p:nvSpPr>
        <p:spPr>
          <a:xfrm>
            <a:off x="7303651" y="1325166"/>
            <a:ext cx="22860" cy="6403181"/>
          </a:xfrm>
          <a:prstGeom prst="roundRect">
            <a:avLst>
              <a:gd name="adj" fmla="val 33586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6583918" y="1519357"/>
            <a:ext cx="548402" cy="22860"/>
          </a:xfrm>
          <a:prstGeom prst="roundRect">
            <a:avLst>
              <a:gd name="adj" fmla="val 33586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Shape 3"/>
          <p:cNvSpPr/>
          <p:nvPr/>
        </p:nvSpPr>
        <p:spPr>
          <a:xfrm>
            <a:off x="7109460" y="1325166"/>
            <a:ext cx="411242" cy="411242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7205424" y="1393686"/>
            <a:ext cx="219313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3191" y="1387912"/>
            <a:ext cx="182796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기획 및 설계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4979" y="1725930"/>
            <a:ext cx="5616178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1주차: 기능 정리, UI/UX 설계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497842" y="2616041"/>
            <a:ext cx="548402" cy="22860"/>
          </a:xfrm>
          <a:prstGeom prst="roundRect">
            <a:avLst>
              <a:gd name="adj" fmla="val 33586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7109460" y="2421850"/>
            <a:ext cx="411242" cy="411242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/>
          <p:nvPr/>
        </p:nvSpPr>
        <p:spPr>
          <a:xfrm>
            <a:off x="7205424" y="2490371"/>
            <a:ext cx="219313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005" y="2484596"/>
            <a:ext cx="182796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개발 1차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005" y="2822615"/>
            <a:ext cx="5616297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2-5주차: 위치 기반 병원 검색, 기본 UI, 병원 리스트 개발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583918" y="3561278"/>
            <a:ext cx="548402" cy="22860"/>
          </a:xfrm>
          <a:prstGeom prst="roundRect">
            <a:avLst>
              <a:gd name="adj" fmla="val 33586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7109460" y="3367088"/>
            <a:ext cx="411242" cy="411242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7205424" y="3435608"/>
            <a:ext cx="219313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3191" y="3429833"/>
            <a:ext cx="182796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개발 2차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4979" y="3767852"/>
            <a:ext cx="5616178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6-8주차: 길찾기 연동, TTS 기능, 응급실 정보 API 연동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497842" y="4506635"/>
            <a:ext cx="548402" cy="22860"/>
          </a:xfrm>
          <a:prstGeom prst="roundRect">
            <a:avLst>
              <a:gd name="adj" fmla="val 33586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8"/>
          <p:cNvSpPr/>
          <p:nvPr/>
        </p:nvSpPr>
        <p:spPr>
          <a:xfrm>
            <a:off x="7109460" y="4312444"/>
            <a:ext cx="411242" cy="411242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Text 19"/>
          <p:cNvSpPr/>
          <p:nvPr/>
        </p:nvSpPr>
        <p:spPr>
          <a:xfrm>
            <a:off x="7205424" y="4380964"/>
            <a:ext cx="219313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005" y="4375190"/>
            <a:ext cx="182796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피드백 수집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29005" y="4713208"/>
            <a:ext cx="5616297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9-10주차: 노인복지관 및 경로당 방문, 시연 및 의견 수집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83918" y="5451991"/>
            <a:ext cx="548402" cy="22860"/>
          </a:xfrm>
          <a:prstGeom prst="roundRect">
            <a:avLst>
              <a:gd name="adj" fmla="val 33586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Shape 23"/>
          <p:cNvSpPr/>
          <p:nvPr/>
        </p:nvSpPr>
        <p:spPr>
          <a:xfrm>
            <a:off x="7109460" y="5257800"/>
            <a:ext cx="411242" cy="411242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 24"/>
          <p:cNvSpPr/>
          <p:nvPr/>
        </p:nvSpPr>
        <p:spPr>
          <a:xfrm>
            <a:off x="7205424" y="5326320"/>
            <a:ext cx="219313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3191" y="5320546"/>
            <a:ext cx="182796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베타 테스트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4979" y="5658564"/>
            <a:ext cx="5616178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11-12주차: 피드백 반영 버전 테스트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497842" y="6397347"/>
            <a:ext cx="548402" cy="22860"/>
          </a:xfrm>
          <a:prstGeom prst="roundRect">
            <a:avLst>
              <a:gd name="adj" fmla="val 335862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Shape 28"/>
          <p:cNvSpPr/>
          <p:nvPr/>
        </p:nvSpPr>
        <p:spPr>
          <a:xfrm>
            <a:off x="7109460" y="6203156"/>
            <a:ext cx="411242" cy="411242"/>
          </a:xfrm>
          <a:prstGeom prst="roundRect">
            <a:avLst>
              <a:gd name="adj" fmla="val 1867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1" name="Text 29"/>
          <p:cNvSpPr/>
          <p:nvPr/>
        </p:nvSpPr>
        <p:spPr>
          <a:xfrm>
            <a:off x="7205424" y="6271677"/>
            <a:ext cx="219313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005" y="6265902"/>
            <a:ext cx="1827967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정식 버전 배포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229005" y="6603921"/>
            <a:ext cx="5616297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13주차 이후: 서비스 배포, 홍보 자료 제작 및 배포 시작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109067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홍보 및 확산 전략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864037" y="2096453"/>
            <a:ext cx="185142" cy="1246823"/>
          </a:xfrm>
          <a:prstGeom prst="roundRect">
            <a:avLst>
              <a:gd name="adj" fmla="val 5600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419463" y="209645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1차 홍보 (시연 중심)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19463" y="2553176"/>
            <a:ext cx="686050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경로당, 동주민센터, 노인복지관 직접 방문합니다. 서비스를 소개하고 사용 피드백을 수집합니다.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234321" y="3590092"/>
            <a:ext cx="185142" cy="851773"/>
          </a:xfrm>
          <a:prstGeom prst="roundRect">
            <a:avLst>
              <a:gd name="adj" fmla="val 5600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789748" y="3590092"/>
            <a:ext cx="278558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2차 홍보 (베타 테스트 반영)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789748" y="4046815"/>
            <a:ext cx="649021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피드백 기반으로 개선 후, 동일 기관에 개선 버전을 재시연합니다.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604605" y="4688681"/>
            <a:ext cx="185142" cy="2185035"/>
          </a:xfrm>
          <a:prstGeom prst="roundRect">
            <a:avLst>
              <a:gd name="adj" fmla="val 5600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160032" y="4688681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3차 홍보 (정식 서비스)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160032" y="5145405"/>
            <a:ext cx="611993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포스터, 전단지를 제작하고 배포합니다. 병원, 약국, 주민센터, 복지관 등에 비치합니다.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160032" y="6083618"/>
            <a:ext cx="611993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지역 신문, 라디오 등 로컬 미디어를 활용합니다. 노인복지기관 홈페이지를 통해 온라인 홍보합니다.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53076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최종 목표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2546271" y="404681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주요 타겟층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503539"/>
            <a:ext cx="415111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대한민국 65세 이상 인구 1,064만 명 중 약 70%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903" y="2863929"/>
            <a:ext cx="3612594" cy="36125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67920" y="4361617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703" y="4496633"/>
            <a:ext cx="277654" cy="3471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91782" y="3051096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지속 가능한 서비스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491782" y="3507819"/>
            <a:ext cx="427458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사용자와 직접 소통하며 지속 가능한 서비스 개선 체계 구축</a:t>
            </a:r>
            <a:endParaRPr lang="en-US" sz="1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903" y="2863929"/>
            <a:ext cx="3612594" cy="361259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875865" y="2855952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648" y="2990969"/>
            <a:ext cx="277654" cy="34718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91782" y="504253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사람 중심 서비스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9491782" y="5499259"/>
            <a:ext cx="427458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기술이 아닌 사람 중심의 실용적인 의료 정보 서비스 실현</a:t>
            </a:r>
            <a:endParaRPr lang="en-US" sz="1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8903" y="2863929"/>
            <a:ext cx="3612594" cy="3612594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875865" y="5867162"/>
            <a:ext cx="617220" cy="617220"/>
          </a:xfrm>
          <a:prstGeom prst="roundRect">
            <a:avLst>
              <a:gd name="adj" fmla="val 1480000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648" y="6002179"/>
            <a:ext cx="277654" cy="3471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4553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9868" y="5220891"/>
            <a:ext cx="4856798" cy="606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기술 스택 및 환경</a:t>
            </a:r>
            <a:endParaRPr lang="en-US" sz="3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868" y="6234470"/>
            <a:ext cx="607100" cy="607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99736" y="6336268"/>
            <a:ext cx="215515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개발 플랫폼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699736" y="6785491"/>
            <a:ext cx="21551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Flutter (크로스플랫폼)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8377" y="6234470"/>
            <a:ext cx="607100" cy="6071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08245" y="6336268"/>
            <a:ext cx="215515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백엔드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5008245" y="6785491"/>
            <a:ext cx="2155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Spring Framework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886" y="6234470"/>
            <a:ext cx="607100" cy="6071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16754" y="6336268"/>
            <a:ext cx="215515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데이터베이스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8316754" y="6785491"/>
            <a:ext cx="2155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MariaDB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5394" y="6234470"/>
            <a:ext cx="607100" cy="6071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625263" y="6336268"/>
            <a:ext cx="2155269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API 활용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1625263" y="6785491"/>
            <a:ext cx="21552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공공 병원정보, 응급실 병상현황 API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979" y="375404"/>
            <a:ext cx="2727008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앱 사용 시나리오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79" y="988814"/>
            <a:ext cx="3408759" cy="21066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64117" y="988814"/>
            <a:ext cx="1363504" cy="170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앱 실행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364117" y="1240988"/>
            <a:ext cx="9481185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큰 아이콘과 간단한 메뉴로 구성된 화면이 나타납니다. 음성 안내가 자동으로 시작됩니다.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79" y="3368159"/>
            <a:ext cx="3408759" cy="21066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4117" y="3368159"/>
            <a:ext cx="1363504" cy="170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병원 검색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364117" y="3620333"/>
            <a:ext cx="9481185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현재 위치 기반으로 가까운 병원이 지도에 표시됩니다. 응급실 정보도 함께 제공됩니다.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79" y="5747504"/>
            <a:ext cx="3408759" cy="21066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64117" y="5747504"/>
            <a:ext cx="1363504" cy="170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길찾기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364117" y="5999678"/>
            <a:ext cx="9481185" cy="218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선택한 병원까지의 경로가 표시됩니다. 음성 안내로 쉽게 따라갈 수 있습니다.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563</Words>
  <Application>Microsoft Office PowerPoint</Application>
  <PresentationFormat>사용자 지정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Patrick Hand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이희재</cp:lastModifiedBy>
  <cp:revision>7</cp:revision>
  <dcterms:created xsi:type="dcterms:W3CDTF">2025-05-19T04:59:06Z</dcterms:created>
  <dcterms:modified xsi:type="dcterms:W3CDTF">2025-05-19T05:40:07Z</dcterms:modified>
</cp:coreProperties>
</file>